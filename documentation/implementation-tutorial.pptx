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nva Sans" charset="1" panose="020B05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394" y="5256086"/>
            <a:ext cx="8600818" cy="3759372"/>
          </a:xfrm>
          <a:custGeom>
            <a:avLst/>
            <a:gdLst/>
            <a:ahLst/>
            <a:cxnLst/>
            <a:rect r="r" b="b" t="t" l="l"/>
            <a:pathLst>
              <a:path h="3759372" w="8600818">
                <a:moveTo>
                  <a:pt x="0" y="0"/>
                </a:moveTo>
                <a:lnTo>
                  <a:pt x="8600818" y="0"/>
                </a:lnTo>
                <a:lnTo>
                  <a:pt x="8600818" y="3759373"/>
                </a:lnTo>
                <a:lnTo>
                  <a:pt x="0" y="3759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58" t="-50766" r="-6685" b="-11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2197" y="5143500"/>
            <a:ext cx="9247031" cy="847594"/>
          </a:xfrm>
          <a:custGeom>
            <a:avLst/>
            <a:gdLst/>
            <a:ahLst/>
            <a:cxnLst/>
            <a:rect r="r" b="b" t="t" l="l"/>
            <a:pathLst>
              <a:path h="847594" w="9247031">
                <a:moveTo>
                  <a:pt x="0" y="0"/>
                </a:moveTo>
                <a:lnTo>
                  <a:pt x="9247031" y="0"/>
                </a:lnTo>
                <a:lnTo>
                  <a:pt x="9247031" y="847594"/>
                </a:lnTo>
                <a:lnTo>
                  <a:pt x="0" y="847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221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62331" y="6083683"/>
            <a:ext cx="6005878" cy="4022212"/>
          </a:xfrm>
          <a:custGeom>
            <a:avLst/>
            <a:gdLst/>
            <a:ahLst/>
            <a:cxnLst/>
            <a:rect r="r" b="b" t="t" l="l"/>
            <a:pathLst>
              <a:path h="4022212" w="6005878">
                <a:moveTo>
                  <a:pt x="0" y="0"/>
                </a:moveTo>
                <a:lnTo>
                  <a:pt x="6005878" y="0"/>
                </a:lnTo>
                <a:lnTo>
                  <a:pt x="6005878" y="4022211"/>
                </a:lnTo>
                <a:lnTo>
                  <a:pt x="0" y="4022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0815" r="0" b="-673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6059" y="2332546"/>
            <a:ext cx="1647316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Antes de tudo, é preciso criar um projeto no Supabase,  uma tabela pacientes e adicionar as devidas coluna. Ao fim dessa etapa, teremos um banco de dados PostgreSQL servindo na nuvem. Abaixo segue as fotos exemplificando os passos: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1080" y="448310"/>
            <a:ext cx="117208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Passo a passo: implantação de sistema da cliníca médica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318" y="1507725"/>
            <a:ext cx="63826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Criação do 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394" y="4656011"/>
            <a:ext cx="8600818" cy="3759372"/>
          </a:xfrm>
          <a:custGeom>
            <a:avLst/>
            <a:gdLst/>
            <a:ahLst/>
            <a:cxnLst/>
            <a:rect r="r" b="b" t="t" l="l"/>
            <a:pathLst>
              <a:path h="3759372" w="8600818">
                <a:moveTo>
                  <a:pt x="0" y="0"/>
                </a:moveTo>
                <a:lnTo>
                  <a:pt x="8600818" y="0"/>
                </a:lnTo>
                <a:lnTo>
                  <a:pt x="8600818" y="3759373"/>
                </a:lnTo>
                <a:lnTo>
                  <a:pt x="0" y="3759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58" t="-50766" r="-6685" b="-11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55399" y="4656011"/>
            <a:ext cx="9247031" cy="847594"/>
          </a:xfrm>
          <a:custGeom>
            <a:avLst/>
            <a:gdLst/>
            <a:ahLst/>
            <a:cxnLst/>
            <a:rect r="r" b="b" t="t" l="l"/>
            <a:pathLst>
              <a:path h="847594" w="9247031">
                <a:moveTo>
                  <a:pt x="0" y="0"/>
                </a:moveTo>
                <a:lnTo>
                  <a:pt x="9247032" y="0"/>
                </a:lnTo>
                <a:lnTo>
                  <a:pt x="9247032" y="847595"/>
                </a:lnTo>
                <a:lnTo>
                  <a:pt x="0" y="84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221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44030" y="5707893"/>
            <a:ext cx="6005878" cy="4022212"/>
          </a:xfrm>
          <a:custGeom>
            <a:avLst/>
            <a:gdLst/>
            <a:ahLst/>
            <a:cxnLst/>
            <a:rect r="r" b="b" t="t" l="l"/>
            <a:pathLst>
              <a:path h="4022212" w="6005878">
                <a:moveTo>
                  <a:pt x="0" y="0"/>
                </a:moveTo>
                <a:lnTo>
                  <a:pt x="6005878" y="0"/>
                </a:lnTo>
                <a:lnTo>
                  <a:pt x="6005878" y="4022212"/>
                </a:lnTo>
                <a:lnTo>
                  <a:pt x="0" y="4022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0815" r="0" b="-673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6059" y="2332546"/>
            <a:ext cx="1683194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Antes de tudo, é preciso criar um projeto no Supabase,  uma tabela pacientes e adicionar as devidas coluna. Ao fim dessa etapa, teremos um banco de dados PostgreSQL servindo na nuvem. Abaixo segue as fotos exemplificando os passos: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1080" y="448310"/>
            <a:ext cx="117208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Passo a passo: implantação de sistema da cliníca médica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318" y="1507725"/>
            <a:ext cx="63826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Criação do banco de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099" y="8663034"/>
            <a:ext cx="1044355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fim de failitar o processo, desative o RLS da tabela, ou adicione a devida política.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0549" y="4300187"/>
            <a:ext cx="6351952" cy="5891514"/>
          </a:xfrm>
          <a:custGeom>
            <a:avLst/>
            <a:gdLst/>
            <a:ahLst/>
            <a:cxnLst/>
            <a:rect r="r" b="b" t="t" l="l"/>
            <a:pathLst>
              <a:path h="5891514" w="6351952">
                <a:moveTo>
                  <a:pt x="0" y="0"/>
                </a:moveTo>
                <a:lnTo>
                  <a:pt x="6351953" y="0"/>
                </a:lnTo>
                <a:lnTo>
                  <a:pt x="6351953" y="5891514"/>
                </a:lnTo>
                <a:lnTo>
                  <a:pt x="0" y="589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7086" y="4357381"/>
            <a:ext cx="8572214" cy="5834320"/>
          </a:xfrm>
          <a:custGeom>
            <a:avLst/>
            <a:gdLst/>
            <a:ahLst/>
            <a:cxnLst/>
            <a:rect r="r" b="b" t="t" l="l"/>
            <a:pathLst>
              <a:path h="5834320" w="8572214">
                <a:moveTo>
                  <a:pt x="0" y="0"/>
                </a:moveTo>
                <a:lnTo>
                  <a:pt x="8572214" y="0"/>
                </a:lnTo>
                <a:lnTo>
                  <a:pt x="8572214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71359"/>
            <a:ext cx="573211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2.1 Desenvolvimento do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1080" y="448310"/>
            <a:ext cx="117208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Passo a passo: implantação de sistema da cliníca médica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622" y="1390428"/>
            <a:ext cx="101301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Desenvolvimento e versionamento do código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8631" y="2746999"/>
            <a:ext cx="16549369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estrtura miníma para  que funcione a implementação é um index.html e script.js, onde o primeiro será responsável por criar um form simples de cadastro e segundo pela integração com o Supabase e lógica do cadastro. Depois instale as dependências do supabase: npm install @supabase/supabase-js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795" y="4081134"/>
            <a:ext cx="8460144" cy="5440860"/>
          </a:xfrm>
          <a:custGeom>
            <a:avLst/>
            <a:gdLst/>
            <a:ahLst/>
            <a:cxnLst/>
            <a:rect r="r" b="b" t="t" l="l"/>
            <a:pathLst>
              <a:path h="5440860" w="8460144">
                <a:moveTo>
                  <a:pt x="0" y="0"/>
                </a:moveTo>
                <a:lnTo>
                  <a:pt x="8460144" y="0"/>
                </a:lnTo>
                <a:lnTo>
                  <a:pt x="8460144" y="5440860"/>
                </a:lnTo>
                <a:lnTo>
                  <a:pt x="0" y="5440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65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71359"/>
            <a:ext cx="530825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2.2 Versionamento do código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51080" y="448310"/>
            <a:ext cx="117208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Passo a passo: implantação de sistema da cliníca médica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622" y="1390428"/>
            <a:ext cx="101301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Desenvolvimento e versionamento do código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8631" y="2746999"/>
            <a:ext cx="1654936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Depois de criar a estrutura miníma é preciso hospedar o código no GitHub. No entanto, é preciso criar um novo repositório no GitHub e versiona-lo pelo git. Veja o passo a passo cronológico dos comandos: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1245" y="4680242"/>
            <a:ext cx="9276755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cd projeto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init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branch -M main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remote add origin https:/github.com/usuario/projeto.git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add 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commit -m “first commit”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push origin main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8190" y="4140528"/>
            <a:ext cx="9587281" cy="5692448"/>
          </a:xfrm>
          <a:custGeom>
            <a:avLst/>
            <a:gdLst/>
            <a:ahLst/>
            <a:cxnLst/>
            <a:rect r="r" b="b" t="t" l="l"/>
            <a:pathLst>
              <a:path h="5692448" w="9587281">
                <a:moveTo>
                  <a:pt x="0" y="0"/>
                </a:moveTo>
                <a:lnTo>
                  <a:pt x="9587281" y="0"/>
                </a:lnTo>
                <a:lnTo>
                  <a:pt x="9587281" y="5692449"/>
                </a:lnTo>
                <a:lnTo>
                  <a:pt x="0" y="569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1080" y="448310"/>
            <a:ext cx="117208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Passo a passo: implantação de sistema da cliníca médica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622" y="1390428"/>
            <a:ext cx="64043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Deploy do código na Vercel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4270" y="2420314"/>
            <a:ext cx="16473730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Primeiro, crie um projeto na Vercel com o nome desejado normalmente, não é preciso alterar as configurações padrões. Segundo, clique em Deploy. Rapidamente seu código já estará disponível no dominío da vercel (nome-projeto.vercel.app)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DAHFioW9jXo</dc:identifier>
  <dcterms:modified xsi:type="dcterms:W3CDTF">2011-08-01T06:04:30Z</dcterms:modified>
  <cp:revision>1</cp:revision>
  <dc:title>Your paragraph text</dc:title>
</cp:coreProperties>
</file>